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9" r:id="rId1"/>
  </p:sldMasterIdLst>
  <p:notesMasterIdLst>
    <p:notesMasterId r:id="rId5"/>
  </p:notesMasterIdLst>
  <p:sldIdLst>
    <p:sldId id="256" r:id="rId2"/>
    <p:sldId id="276" r:id="rId3"/>
    <p:sldId id="27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614AF-D275-404C-988F-DC0B01B8F4CE}" type="datetimeFigureOut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870D-7806-4C6B-8462-9EDF3980F3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1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7B0EE9-80CD-4BB9-A424-8318BC370257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8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AB1D3-6AE2-44F2-8BAE-160D481AFD14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65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F689-DB37-4D4F-9B13-A60F4669EE22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40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D1EF-A1E0-4FF6-837E-5CE5745E42D3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8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0388-A7FB-4CF7-8446-658EB3BFDDB8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4EFC-225F-43CA-A37A-2BAA250B740B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8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89-1FFF-46AE-AE93-225D61DE8605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77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F7AF9-5FBF-4D92-8954-A16A12934791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31A3-9189-4A3D-B792-5A1DF10EE978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8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F9E3-563C-4A3E-9B34-E7C0BB970754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8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5B05-7743-48B1-8B7A-BA1B2EA00562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5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76C5FD1-8BC0-4B69-B12F-543FE19001A7}" type="datetime1">
              <a:rPr lang="zh-TW" altLang="en-US" smtClean="0"/>
              <a:t>2025/12/3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5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Arial Black" panose="020B0A04020102020204" pitchFamily="34" charset="0"/>
              </a:rPr>
              <a:t>Lab</a:t>
            </a:r>
            <a:r>
              <a:rPr lang="zh-TW" altLang="en-US" dirty="0">
                <a:latin typeface="Arial Black" panose="020B0A04020102020204" pitchFamily="34" charset="0"/>
              </a:rPr>
              <a:t> </a:t>
            </a:r>
            <a:r>
              <a:rPr lang="en-US" altLang="zh-TW" dirty="0" smtClean="0">
                <a:latin typeface="Arial Black" panose="020B0A04020102020204" pitchFamily="34" charset="0"/>
              </a:rPr>
              <a:t>9</a:t>
            </a:r>
            <a:endParaRPr lang="zh-TW" altLang="en-US" dirty="0">
              <a:latin typeface="Arial Black" panose="020B0A040201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Joystick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02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Lab9-1 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貪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食蛇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1001483" y="1656762"/>
            <a:ext cx="10014387" cy="47089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完成貪食蛇的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功能如下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將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2x2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的格子進行分割，得到地圖大小為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64x32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蛇一開始的長度為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格，在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軸正中央，呈現一條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直線，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蛇頭向右。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Joystick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搖桿推動時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蛇以約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秒一格的速度朝推動方向最接近的方位（上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左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右）移動</a:t>
            </a:r>
            <a:r>
              <a:rPr lang="zh-TW" altLang="en-US" sz="2000" dirty="0"/>
              <a:t>。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往蛇頭的反方向推動，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不移動。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蛇頭</a:t>
            </a:r>
            <a:r>
              <a:rPr lang="zh-TW" altLang="en-US" sz="2000" dirty="0" smtClean="0"/>
              <a:t>與蛇身發生碰撞時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000" dirty="0" smtClean="0"/>
              <a:t>停止移動。</a:t>
            </a:r>
            <a:endParaRPr lang="en-US" altLang="zh-TW" sz="2000" dirty="0" smtClean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蛇的移動不能超過邊界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。碰到邊界時蛇頭可轉向繼續移動</a:t>
            </a:r>
            <a:r>
              <a:rPr lang="zh-TW" altLang="en-US" sz="2000" dirty="0" smtClean="0"/>
              <a:t>。</a:t>
            </a:r>
            <a:endParaRPr lang="zh-TW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Joystick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搖桿不推動或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搖桿的推動距離小於推動半徑的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1/3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，如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圖示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蛇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不移動。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solidFill>
                  <a:srgbClr val="FF0000"/>
                </a:solidFill>
                <a:latin typeface="+mn-ea"/>
              </a:rPr>
              <a:t>不可</a:t>
            </a:r>
            <a:r>
              <a:rPr lang="zh-TW" altLang="en-US" sz="2000" dirty="0">
                <a:latin typeface="+mn-ea"/>
              </a:rPr>
              <a:t>利用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clear_LCD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TW" altLang="en-US" sz="2000" dirty="0">
                <a:latin typeface="+mn-ea"/>
              </a:rPr>
              <a:t>刷新</a:t>
            </a:r>
            <a:r>
              <a:rPr lang="zh-TW" altLang="en-US" sz="2000" dirty="0" smtClean="0">
                <a:latin typeface="+mn-ea"/>
              </a:rPr>
              <a:t>畫面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蛇移動的順暢度為評分考量</a:t>
            </a:r>
            <a:r>
              <a:rPr lang="zh-TW" altLang="en-US" sz="2000" dirty="0" smtClean="0">
                <a:latin typeface="+mn-ea"/>
              </a:rPr>
              <a:t>。</a:t>
            </a:r>
            <a:endParaRPr lang="en-US" altLang="zh-TW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+mn-ea"/>
              </a:rPr>
              <a:t>按 </a:t>
            </a:r>
            <a:r>
              <a:rPr lang="en-US" altLang="zh-TW" sz="2000" dirty="0" smtClean="0">
                <a:latin typeface="+mn-ea"/>
              </a:rPr>
              <a:t>Reset </a:t>
            </a:r>
            <a:r>
              <a:rPr lang="zh-TW" altLang="en-US" sz="2000" dirty="0" smtClean="0">
                <a:latin typeface="+mn-ea"/>
              </a:rPr>
              <a:t>鍵可重新</a:t>
            </a:r>
            <a:r>
              <a:rPr lang="zh-TW" altLang="en-US" sz="2000" dirty="0">
                <a:latin typeface="+mn-ea"/>
              </a:rPr>
              <a:t>開始遊戲</a:t>
            </a:r>
            <a:r>
              <a:rPr lang="zh-TW" altLang="en-US" sz="2000" dirty="0" smtClean="0">
                <a:latin typeface="+mn-ea"/>
              </a:rPr>
              <a:t>。</a:t>
            </a:r>
            <a:endParaRPr lang="en-US" altLang="zh-TW" sz="2000" dirty="0">
              <a:latin typeface="+mn-ea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B99D2BFA-95A9-4204-9AD5-76BE1875D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715" y="762000"/>
            <a:ext cx="2854156" cy="1373017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15E9343C-D1C1-447D-ABDC-F8AB5515B9F4}"/>
              </a:ext>
            </a:extLst>
          </p:cNvPr>
          <p:cNvGrpSpPr/>
          <p:nvPr/>
        </p:nvGrpSpPr>
        <p:grpSpPr>
          <a:xfrm>
            <a:off x="10266728" y="3819819"/>
            <a:ext cx="1706197" cy="1861378"/>
            <a:chOff x="8749700" y="3986463"/>
            <a:chExt cx="1842837" cy="2109537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7B0ABF68-957F-4C6D-874E-CA0829FB8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49700" y="3986463"/>
              <a:ext cx="1842837" cy="1842837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8DE8184B-6115-47CC-87B8-8E9E9CAE4717}"/>
                </a:ext>
              </a:extLst>
            </p:cNvPr>
            <p:cNvSpPr txBox="1"/>
            <p:nvPr/>
          </p:nvSpPr>
          <p:spPr>
            <a:xfrm>
              <a:off x="8749700" y="5788223"/>
              <a:ext cx="18428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新細明體" panose="02020500000000000000" pitchFamily="18" charset="-120"/>
                  <a:cs typeface="+mn-cs"/>
                </a:rPr>
                <a:t>搖桿操控方位圖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19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Lab9-2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貪食蛇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953859" y="1875439"/>
            <a:ext cx="10209441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延續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9.1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，完成貪食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蛇的進階功能如下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改寫蛇的移動模式：</a:t>
            </a:r>
            <a:endParaRPr lang="en-US" altLang="zh-TW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在預計移動的方向推動搖桿一次後放開，蛇會持續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往該方位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移動。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/>
              <a:t>新增「</a:t>
            </a:r>
            <a:r>
              <a:rPr lang="zh-TW" altLang="en-US" sz="2000" dirty="0" smtClean="0"/>
              <a:t>水果」獎勵如下：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水果的位置隨機生成在蛇身以外的格子；直到被吃到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才能重新再產生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畫面只會有 </a:t>
            </a:r>
            <a:r>
              <a:rPr lang="en-US" altLang="zh-TW" sz="2000" dirty="0"/>
              <a:t>1</a:t>
            </a:r>
            <a:r>
              <a:rPr lang="zh-TW" altLang="en-US" sz="2000" dirty="0"/>
              <a:t> 個水果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當蛇吃到水果，蛇的</a:t>
            </a:r>
            <a:r>
              <a:rPr lang="zh-TW" altLang="en-US" sz="2000" dirty="0"/>
              <a:t>長度加 </a:t>
            </a:r>
            <a:r>
              <a:rPr lang="en-US" altLang="zh-TW" sz="2000" dirty="0" smtClean="0"/>
              <a:t>1</a:t>
            </a:r>
            <a:r>
              <a:rPr lang="zh-TW" altLang="en-US" sz="2000" dirty="0" smtClean="0"/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並且</a:t>
            </a:r>
            <a:r>
              <a:rPr lang="zh-TW" altLang="en-US" sz="2000" dirty="0" smtClean="0"/>
              <a:t>分數</a:t>
            </a:r>
            <a:r>
              <a:rPr lang="zh-TW" altLang="en-US" sz="2000" dirty="0" smtClean="0"/>
              <a:t>加 </a:t>
            </a:r>
            <a:r>
              <a:rPr lang="en-US" altLang="zh-TW" sz="2000" dirty="0" smtClean="0"/>
              <a:t>10</a:t>
            </a:r>
            <a:r>
              <a:rPr lang="zh-TW" altLang="en-US" sz="2000" dirty="0" smtClean="0"/>
              <a:t>。</a:t>
            </a:r>
            <a:endParaRPr lang="en-US" altLang="zh-TW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 smtClean="0"/>
              <a:t>分數顯示</a:t>
            </a:r>
            <a:r>
              <a:rPr lang="zh-TW" altLang="en-US" sz="2000" dirty="0" smtClean="0"/>
              <a:t>在</a:t>
            </a:r>
            <a:r>
              <a:rPr lang="zh-TW" altLang="en-US" sz="2000" dirty="0"/>
              <a:t>七段顯示器</a:t>
            </a:r>
            <a:r>
              <a:rPr lang="zh-TW" altLang="en-US" sz="2000" dirty="0" smtClean="0"/>
              <a:t>上（</a:t>
            </a:r>
            <a:r>
              <a:rPr lang="zh-TW" altLang="en-US" sz="2000" dirty="0"/>
              <a:t>不要前綴 </a:t>
            </a:r>
            <a:r>
              <a:rPr lang="en-US" altLang="zh-TW" sz="2000" dirty="0"/>
              <a:t>0</a:t>
            </a:r>
            <a:r>
              <a:rPr lang="zh-TW" altLang="en-US" sz="2000" dirty="0" smtClean="0"/>
              <a:t>）。</a:t>
            </a:r>
            <a:endParaRPr lang="zh-TW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+mn-ea"/>
              </a:rPr>
              <a:t>按 </a:t>
            </a:r>
            <a:r>
              <a:rPr lang="en-US" altLang="zh-TW" sz="2000" dirty="0">
                <a:latin typeface="+mn-ea"/>
              </a:rPr>
              <a:t>Reset </a:t>
            </a:r>
            <a:r>
              <a:rPr lang="zh-TW" altLang="en-US" sz="2000" dirty="0">
                <a:latin typeface="+mn-ea"/>
              </a:rPr>
              <a:t>鍵可重新開始遊戲</a:t>
            </a:r>
            <a:r>
              <a:rPr lang="zh-TW" altLang="en-US" sz="2000" dirty="0" smtClean="0">
                <a:latin typeface="+mn-ea"/>
              </a:rPr>
              <a:t>。</a:t>
            </a:r>
            <a:endParaRPr lang="en-US" altLang="zh-TW" sz="2000" dirty="0">
              <a:latin typeface="+mn-ea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23B0D63-05B1-4A01-9F1A-59A92AEA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429" y="423896"/>
            <a:ext cx="4136571" cy="203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29650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基礎</Template>
  <TotalTime>1831</TotalTime>
  <Words>304</Words>
  <Application>Microsoft Office PowerPoint</Application>
  <PresentationFormat>寬螢幕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微軟正黑體</vt:lpstr>
      <vt:lpstr>新細明體</vt:lpstr>
      <vt:lpstr>標楷體</vt:lpstr>
      <vt:lpstr>Arial</vt:lpstr>
      <vt:lpstr>Arial Black</vt:lpstr>
      <vt:lpstr>Calibri</vt:lpstr>
      <vt:lpstr>Corbel</vt:lpstr>
      <vt:lpstr>Times New Roman</vt:lpstr>
      <vt:lpstr>Wingdings</vt:lpstr>
      <vt:lpstr>基礎</vt:lpstr>
      <vt:lpstr>Lab 9</vt:lpstr>
      <vt:lpstr>Lab9-1  貪食蛇(一)</vt:lpstr>
      <vt:lpstr>Lab9-2貪食蛇(二)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</dc:title>
  <dc:creator>chiu kai</dc:creator>
  <cp:lastModifiedBy>陳德生</cp:lastModifiedBy>
  <cp:revision>182</cp:revision>
  <dcterms:created xsi:type="dcterms:W3CDTF">2020-09-21T08:00:06Z</dcterms:created>
  <dcterms:modified xsi:type="dcterms:W3CDTF">2025-12-03T01:25:50Z</dcterms:modified>
</cp:coreProperties>
</file>