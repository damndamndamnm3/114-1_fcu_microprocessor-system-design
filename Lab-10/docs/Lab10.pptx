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779" r:id="rId1"/>
  </p:sldMasterIdLst>
  <p:notesMasterIdLst>
    <p:notesMasterId r:id="rId5"/>
  </p:notesMasterIdLst>
  <p:sldIdLst>
    <p:sldId id="256" r:id="rId2"/>
    <p:sldId id="276" r:id="rId3"/>
    <p:sldId id="277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20" autoAdjust="0"/>
    <p:restoredTop sz="94660"/>
  </p:normalViewPr>
  <p:slideViewPr>
    <p:cSldViewPr snapToGrid="0">
      <p:cViewPr varScale="1">
        <p:scale>
          <a:sx n="75" d="100"/>
          <a:sy n="75" d="100"/>
        </p:scale>
        <p:origin x="327" y="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614AF-D275-404C-988F-DC0B01B8F4CE}" type="datetimeFigureOut">
              <a:rPr lang="zh-TW" altLang="en-US" smtClean="0"/>
              <a:t>2024/12/5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CC870D-7806-4C6B-8462-9EDF3980F3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9614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67B0EE9-80CD-4BB9-A424-8318BC370257}" type="datetime1">
              <a:rPr lang="zh-TW" altLang="en-US" smtClean="0"/>
              <a:t>2024/12/5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474417B-0C2B-4777-BC61-89E2E4585F3B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9182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AB1D3-6AE2-44F2-8BAE-160D481AFD14}" type="datetime1">
              <a:rPr lang="zh-TW" altLang="en-US" smtClean="0"/>
              <a:t>2024/12/5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417B-0C2B-4777-BC61-89E2E4585F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7659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3F689-DB37-4D4F-9B13-A60F4669EE22}" type="datetime1">
              <a:rPr lang="zh-TW" altLang="en-US" smtClean="0"/>
              <a:t>2024/12/5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417B-0C2B-4777-BC61-89E2E4585F3B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9403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D1EF-A1E0-4FF6-837E-5CE5745E42D3}" type="datetime1">
              <a:rPr lang="zh-TW" altLang="en-US" smtClean="0"/>
              <a:t>2024/12/5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417B-0C2B-4777-BC61-89E2E4585F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2181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E0388-A7FB-4CF7-8446-658EB3BFDDB8}" type="datetime1">
              <a:rPr lang="zh-TW" altLang="en-US" smtClean="0"/>
              <a:t>2024/12/5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417B-0C2B-4777-BC61-89E2E4585F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4236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54EFC-225F-43CA-A37A-2BAA250B740B}" type="datetime1">
              <a:rPr lang="zh-TW" altLang="en-US" smtClean="0"/>
              <a:t>2024/12/5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417B-0C2B-4777-BC61-89E2E4585F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5863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9C889-1FFF-46AE-AE93-225D61DE8605}" type="datetime1">
              <a:rPr lang="zh-TW" altLang="en-US" smtClean="0"/>
              <a:t>2024/12/5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417B-0C2B-4777-BC61-89E2E4585F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5778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F7AF9-5FBF-4D92-8954-A16A12934791}" type="datetime1">
              <a:rPr lang="zh-TW" altLang="en-US" smtClean="0"/>
              <a:t>2024/12/5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417B-0C2B-4777-BC61-89E2E4585F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521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F31A3-9189-4A3D-B792-5A1DF10EE978}" type="datetime1">
              <a:rPr lang="zh-TW" altLang="en-US" smtClean="0"/>
              <a:t>2024/12/5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417B-0C2B-4777-BC61-89E2E4585F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0986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1F9E3-563C-4A3E-9B34-E7C0BB970754}" type="datetime1">
              <a:rPr lang="zh-TW" altLang="en-US" smtClean="0"/>
              <a:t>2024/12/5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417B-0C2B-4777-BC61-89E2E4585F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5988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E5B05-7743-48B1-8B7A-BA1B2EA00562}" type="datetime1">
              <a:rPr lang="zh-TW" altLang="en-US" smtClean="0"/>
              <a:t>2024/12/5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417B-0C2B-4777-BC61-89E2E4585F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0563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C76C5FD1-8BC0-4B69-B12F-543FE19001A7}" type="datetime1">
              <a:rPr lang="zh-TW" altLang="en-US" smtClean="0"/>
              <a:t>2024/12/5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4474417B-0C2B-4777-BC61-89E2E4585F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4059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>
                <a:latin typeface="Arial Black" panose="020B0A04020102020204" pitchFamily="34" charset="0"/>
              </a:rPr>
              <a:t>Lab</a:t>
            </a:r>
            <a:r>
              <a:rPr lang="zh-TW" altLang="en-US" dirty="0">
                <a:latin typeface="Arial Black" panose="020B0A04020102020204" pitchFamily="34" charset="0"/>
              </a:rPr>
              <a:t> </a:t>
            </a:r>
            <a:r>
              <a:rPr lang="en-US" altLang="zh-TW" dirty="0" smtClean="0">
                <a:latin typeface="Arial Black" panose="020B0A04020102020204" pitchFamily="34" charset="0"/>
              </a:rPr>
              <a:t>10</a:t>
            </a:r>
            <a:endParaRPr lang="zh-TW" altLang="en-US" dirty="0">
              <a:latin typeface="Arial Black" panose="020B0A04020102020204" pitchFamily="34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Timer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63026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66798" y="609600"/>
            <a:ext cx="9875520" cy="1356360"/>
          </a:xfrm>
        </p:spPr>
        <p:txBody>
          <a:bodyPr/>
          <a:lstStyle/>
          <a:p>
            <a:r>
              <a:rPr lang="en-US" altLang="zh-TW" dirty="0" smtClean="0">
                <a:latin typeface="Arial" panose="020B0604020202020204" pitchFamily="34" charset="0"/>
                <a:cs typeface="Arial" panose="020B0604020202020204" pitchFamily="34" charset="0"/>
              </a:rPr>
              <a:t>Lab10-1</a:t>
            </a:r>
            <a:r>
              <a:rPr lang="zh-TW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小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綠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人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I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70D4BA2-04A6-4EDC-92BC-9F2DE83D2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417B-0C2B-4777-BC61-89E2E4585F3B}" type="slidenum">
              <a:rPr lang="zh-TW" altLang="en-US" smtClean="0"/>
              <a:t>1</a:t>
            </a:fld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8E1536E-BDDD-48C7-9981-6CF91D3FBE84}"/>
              </a:ext>
            </a:extLst>
          </p:cNvPr>
          <p:cNvSpPr txBox="1"/>
          <p:nvPr/>
        </p:nvSpPr>
        <p:spPr>
          <a:xfrm>
            <a:off x="1001484" y="1694862"/>
            <a:ext cx="8990383" cy="278537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下圖為小綠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人的六個分解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動作及停止</a:t>
            </a:r>
            <a:r>
              <a:rPr lang="zh-TW" altLang="en-US" sz="2000" dirty="0" smtClean="0">
                <a:latin typeface="+mn-ea"/>
              </a:rPr>
              <a:t>，每一個為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64x64 bitmap</a:t>
            </a:r>
            <a:endParaRPr lang="zh-TW" alt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3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+mn-ea"/>
              </a:rPr>
              <a:t>利用 </a:t>
            </a:r>
            <a:r>
              <a:rPr lang="en-US" altLang="zh-TW" sz="2000" dirty="0">
                <a:latin typeface="+mn-ea"/>
              </a:rPr>
              <a:t>Timer </a:t>
            </a:r>
            <a:r>
              <a:rPr lang="zh-TW" altLang="en-US" sz="2000" dirty="0" smtClean="0">
                <a:latin typeface="+mn-ea"/>
              </a:rPr>
              <a:t>在</a:t>
            </a:r>
            <a:r>
              <a:rPr lang="en-US" altLang="zh-TW" sz="2000" dirty="0" smtClean="0">
                <a:latin typeface="+mn-ea"/>
              </a:rPr>
              <a:t>LCD</a:t>
            </a:r>
            <a:r>
              <a:rPr lang="zh-TW" altLang="en-US" sz="2000" dirty="0" smtClean="0">
                <a:latin typeface="+mn-ea"/>
              </a:rPr>
              <a:t>上顯示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小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綠人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的行走</a:t>
            </a:r>
            <a:r>
              <a:rPr lang="zh-TW" altLang="en-US" sz="2000" dirty="0" smtClean="0">
                <a:latin typeface="+mn-ea"/>
              </a:rPr>
              <a:t>，預設一秒鐘換一個動作</a:t>
            </a:r>
            <a:endParaRPr lang="zh-TW" altLang="en-US" sz="2000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+mn-ea"/>
              </a:rPr>
              <a:t>利用 </a:t>
            </a:r>
            <a:r>
              <a:rPr lang="en-US" altLang="zh-TW" sz="2000" dirty="0">
                <a:latin typeface="+mn-ea"/>
              </a:rPr>
              <a:t>Timer </a:t>
            </a:r>
            <a:r>
              <a:rPr lang="zh-TW" altLang="en-US" sz="2000" dirty="0" smtClean="0">
                <a:latin typeface="+mn-ea"/>
              </a:rPr>
              <a:t>在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7-segments</a:t>
            </a:r>
            <a:r>
              <a:rPr lang="zh-TW" altLang="en-US" sz="2000" dirty="0" smtClean="0">
                <a:latin typeface="+mn-ea"/>
              </a:rPr>
              <a:t>上</a:t>
            </a:r>
            <a:r>
              <a:rPr lang="zh-TW" altLang="en-US" sz="2000" dirty="0">
                <a:latin typeface="+mn-ea"/>
              </a:rPr>
              <a:t>顯示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小綠人的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行走秒數</a:t>
            </a:r>
            <a:endParaRPr lang="en-US" altLang="zh-TW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 smtClean="0">
                <a:latin typeface="+mn-ea"/>
              </a:rPr>
              <a:t>按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TW" altLang="en-US" sz="2000" dirty="0" smtClean="0">
                <a:latin typeface="+mn-ea"/>
              </a:rPr>
              <a:t>鍵，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小綠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人停止</a:t>
            </a:r>
            <a:r>
              <a:rPr lang="zh-TW" altLang="en-US" sz="2000" dirty="0" smtClean="0">
                <a:latin typeface="+mn-ea"/>
              </a:rPr>
              <a:t>，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7-segments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歸零</a:t>
            </a:r>
            <a:endParaRPr lang="en-US" altLang="zh-TW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 smtClean="0">
                <a:latin typeface="+mn-ea"/>
              </a:rPr>
              <a:t>再按一次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TW" altLang="en-US" sz="2000" dirty="0" smtClean="0">
                <a:latin typeface="+mn-ea"/>
              </a:rPr>
              <a:t>鍵</a:t>
            </a:r>
            <a:r>
              <a:rPr lang="zh-TW" altLang="en-US" sz="2000" dirty="0">
                <a:latin typeface="+mn-ea"/>
              </a:rPr>
              <a:t>，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小綠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人開始行走</a:t>
            </a:r>
            <a:r>
              <a:rPr lang="zh-TW" altLang="en-US" sz="2000" dirty="0">
                <a:latin typeface="+mn-ea"/>
              </a:rPr>
              <a:t>，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7-segments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重新計秒</a:t>
            </a:r>
            <a:endParaRPr lang="en-US" altLang="zh-TW" sz="2000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TW" altLang="en-US" sz="2000" dirty="0">
              <a:latin typeface="+mn-ea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282" y="4611372"/>
            <a:ext cx="6534150" cy="1057275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3193" y="4673284"/>
            <a:ext cx="828675" cy="933450"/>
          </a:xfrm>
          <a:prstGeom prst="rect">
            <a:avLst/>
          </a:prstGeom>
        </p:spPr>
      </p:pic>
      <p:grpSp>
        <p:nvGrpSpPr>
          <p:cNvPr id="28" name="群組 27"/>
          <p:cNvGrpSpPr/>
          <p:nvPr/>
        </p:nvGrpSpPr>
        <p:grpSpPr>
          <a:xfrm>
            <a:off x="9985055" y="1220013"/>
            <a:ext cx="1105593" cy="1039091"/>
            <a:chOff x="1557975" y="3092335"/>
            <a:chExt cx="1105593" cy="1039091"/>
          </a:xfrm>
        </p:grpSpPr>
        <p:sp>
          <p:nvSpPr>
            <p:cNvPr id="29" name="橢圓 28"/>
            <p:cNvSpPr/>
            <p:nvPr/>
          </p:nvSpPr>
          <p:spPr>
            <a:xfrm>
              <a:off x="1557975" y="3840481"/>
              <a:ext cx="290945" cy="29094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Arial Black" panose="020B0A04020102020204" pitchFamily="34" charset="0"/>
              </a:endParaRPr>
            </a:p>
          </p:txBody>
        </p:sp>
        <p:sp>
          <p:nvSpPr>
            <p:cNvPr id="30" name="橢圓 29"/>
            <p:cNvSpPr/>
            <p:nvPr/>
          </p:nvSpPr>
          <p:spPr>
            <a:xfrm>
              <a:off x="1965299" y="3840481"/>
              <a:ext cx="290945" cy="29094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Arial Black" panose="020B0A04020102020204" pitchFamily="34" charset="0"/>
              </a:endParaRPr>
            </a:p>
          </p:txBody>
        </p:sp>
        <p:sp>
          <p:nvSpPr>
            <p:cNvPr id="31" name="橢圓 30"/>
            <p:cNvSpPr/>
            <p:nvPr/>
          </p:nvSpPr>
          <p:spPr>
            <a:xfrm>
              <a:off x="2372623" y="3840481"/>
              <a:ext cx="290945" cy="29094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Arial Black" panose="020B0A04020102020204" pitchFamily="34" charset="0"/>
              </a:endParaRPr>
            </a:p>
          </p:txBody>
        </p:sp>
        <p:sp>
          <p:nvSpPr>
            <p:cNvPr id="32" name="橢圓 31"/>
            <p:cNvSpPr/>
            <p:nvPr/>
          </p:nvSpPr>
          <p:spPr>
            <a:xfrm>
              <a:off x="1557975" y="3466408"/>
              <a:ext cx="290945" cy="29094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n w="28575">
                  <a:solidFill>
                    <a:srgbClr val="FFFF00"/>
                  </a:solidFill>
                </a:ln>
                <a:latin typeface="Arial Black" panose="020B0A04020102020204" pitchFamily="34" charset="0"/>
              </a:endParaRPr>
            </a:p>
          </p:txBody>
        </p:sp>
        <p:sp>
          <p:nvSpPr>
            <p:cNvPr id="33" name="橢圓 32"/>
            <p:cNvSpPr/>
            <p:nvPr/>
          </p:nvSpPr>
          <p:spPr>
            <a:xfrm>
              <a:off x="1965299" y="3466408"/>
              <a:ext cx="290945" cy="29094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>
                  <a:latin typeface="Arial Black" panose="020B0A04020102020204" pitchFamily="34" charset="0"/>
                </a:rPr>
                <a:t>S</a:t>
              </a:r>
              <a:endParaRPr lang="zh-TW" altLang="en-US" dirty="0">
                <a:latin typeface="Arial Black" panose="020B0A04020102020204" pitchFamily="34" charset="0"/>
              </a:endParaRPr>
            </a:p>
          </p:txBody>
        </p:sp>
        <p:sp>
          <p:nvSpPr>
            <p:cNvPr id="34" name="橢圓 33"/>
            <p:cNvSpPr/>
            <p:nvPr/>
          </p:nvSpPr>
          <p:spPr>
            <a:xfrm>
              <a:off x="2372623" y="3466408"/>
              <a:ext cx="290945" cy="29094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n w="28575">
                  <a:solidFill>
                    <a:srgbClr val="FFFF00"/>
                  </a:solidFill>
                </a:ln>
                <a:latin typeface="Arial Black" panose="020B0A04020102020204" pitchFamily="34" charset="0"/>
              </a:endParaRPr>
            </a:p>
          </p:txBody>
        </p:sp>
        <p:sp>
          <p:nvSpPr>
            <p:cNvPr id="35" name="橢圓 34"/>
            <p:cNvSpPr/>
            <p:nvPr/>
          </p:nvSpPr>
          <p:spPr>
            <a:xfrm>
              <a:off x="1557975" y="3092335"/>
              <a:ext cx="290945" cy="29094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Arial Black" panose="020B0A04020102020204" pitchFamily="34" charset="0"/>
              </a:endParaRPr>
            </a:p>
          </p:txBody>
        </p:sp>
        <p:sp>
          <p:nvSpPr>
            <p:cNvPr id="46" name="橢圓 45"/>
            <p:cNvSpPr/>
            <p:nvPr/>
          </p:nvSpPr>
          <p:spPr>
            <a:xfrm>
              <a:off x="1965299" y="3092335"/>
              <a:ext cx="290945" cy="29094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Arial Black" panose="020B0A04020102020204" pitchFamily="34" charset="0"/>
              </a:endParaRPr>
            </a:p>
          </p:txBody>
        </p:sp>
        <p:sp>
          <p:nvSpPr>
            <p:cNvPr id="47" name="橢圓 46"/>
            <p:cNvSpPr/>
            <p:nvPr/>
          </p:nvSpPr>
          <p:spPr>
            <a:xfrm>
              <a:off x="2372623" y="3092335"/>
              <a:ext cx="290945" cy="29094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8193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66798" y="609600"/>
            <a:ext cx="9875520" cy="1356360"/>
          </a:xfrm>
        </p:spPr>
        <p:txBody>
          <a:bodyPr/>
          <a:lstStyle/>
          <a:p>
            <a:r>
              <a:rPr lang="en-US" altLang="zh-TW" smtClean="0">
                <a:latin typeface="Arial" panose="020B0604020202020204" pitchFamily="34" charset="0"/>
                <a:cs typeface="Arial" panose="020B0604020202020204" pitchFamily="34" charset="0"/>
              </a:rPr>
              <a:t>Lab10-2</a:t>
            </a:r>
            <a:r>
              <a:rPr lang="zh-TW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小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綠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人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II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70D4BA2-04A6-4EDC-92BC-9F2DE83D2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417B-0C2B-4777-BC61-89E2E4585F3B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8E1536E-BDDD-48C7-9981-6CF91D3FBE84}"/>
              </a:ext>
            </a:extLst>
          </p:cNvPr>
          <p:cNvSpPr txBox="1"/>
          <p:nvPr/>
        </p:nvSpPr>
        <p:spPr>
          <a:xfrm>
            <a:off x="1001484" y="1694862"/>
            <a:ext cx="9242565" cy="19389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延續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Lab10-1</a:t>
            </a:r>
            <a:r>
              <a:rPr lang="zh-TW" altLang="en-US" sz="2000" dirty="0" smtClean="0">
                <a:latin typeface="+mn-ea"/>
              </a:rPr>
              <a:t> </a:t>
            </a:r>
            <a:r>
              <a:rPr lang="zh-TW" altLang="en-US" sz="2000" dirty="0" smtClean="0">
                <a:latin typeface="+mn-ea"/>
              </a:rPr>
              <a:t>，加上可以改變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行走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速度的</a:t>
            </a:r>
            <a:r>
              <a:rPr lang="zh-TW" altLang="en-US" sz="2000" dirty="0" smtClean="0">
                <a:latin typeface="+mn-ea"/>
              </a:rPr>
              <a:t>功能</a:t>
            </a:r>
            <a:r>
              <a:rPr lang="en-US" altLang="zh-TW" sz="2000" dirty="0" smtClean="0">
                <a:latin typeface="+mn-ea"/>
              </a:rPr>
              <a:t>:</a:t>
            </a:r>
            <a:endParaRPr lang="en-US" altLang="zh-TW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+mn-ea"/>
              </a:rPr>
              <a:t>按</a:t>
            </a:r>
            <a:r>
              <a:rPr lang="en-US" altLang="zh-TW" sz="2000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←</a:t>
            </a:r>
            <a:r>
              <a:rPr lang="en-US" altLang="zh-TW" sz="2000" dirty="0">
                <a:latin typeface="+mn-ea"/>
                <a:cs typeface="Times New Roman" panose="02020603050405020304" pitchFamily="18" charset="0"/>
              </a:rPr>
              <a:t> / </a:t>
            </a:r>
            <a:r>
              <a:rPr lang="en-US" altLang="zh-TW" sz="2000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→</a:t>
            </a:r>
            <a:r>
              <a:rPr lang="en-US" altLang="zh-TW" sz="20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zh-TW" altLang="en-US" sz="2000" dirty="0">
                <a:latin typeface="+mn-ea"/>
              </a:rPr>
              <a:t>鍵，可改變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行走速度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小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綠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人行走速度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變換一個動作所需的時間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由慢至快為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秒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1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秒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0.5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秒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0.25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秒</a:t>
            </a:r>
            <a:endParaRPr lang="en-US" altLang="zh-TW" sz="2000" dirty="0" smtClean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TW" altLang="en-US" sz="2000" dirty="0">
              <a:latin typeface="+mn-ea"/>
            </a:endParaRPr>
          </a:p>
        </p:txBody>
      </p:sp>
      <p:grpSp>
        <p:nvGrpSpPr>
          <p:cNvPr id="36" name="群組 35"/>
          <p:cNvGrpSpPr/>
          <p:nvPr/>
        </p:nvGrpSpPr>
        <p:grpSpPr>
          <a:xfrm>
            <a:off x="9985055" y="1220013"/>
            <a:ext cx="1105593" cy="1039091"/>
            <a:chOff x="1557975" y="3092335"/>
            <a:chExt cx="1105593" cy="1039091"/>
          </a:xfrm>
        </p:grpSpPr>
        <p:sp>
          <p:nvSpPr>
            <p:cNvPr id="37" name="橢圓 36"/>
            <p:cNvSpPr/>
            <p:nvPr/>
          </p:nvSpPr>
          <p:spPr>
            <a:xfrm>
              <a:off x="1557975" y="3840481"/>
              <a:ext cx="290945" cy="29094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Arial Black" panose="020B0A04020102020204" pitchFamily="34" charset="0"/>
              </a:endParaRPr>
            </a:p>
          </p:txBody>
        </p:sp>
        <p:sp>
          <p:nvSpPr>
            <p:cNvPr id="38" name="橢圓 37"/>
            <p:cNvSpPr/>
            <p:nvPr/>
          </p:nvSpPr>
          <p:spPr>
            <a:xfrm>
              <a:off x="1965299" y="3840481"/>
              <a:ext cx="290945" cy="29094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Arial Black" panose="020B0A04020102020204" pitchFamily="34" charset="0"/>
              </a:endParaRPr>
            </a:p>
          </p:txBody>
        </p:sp>
        <p:sp>
          <p:nvSpPr>
            <p:cNvPr id="39" name="橢圓 38"/>
            <p:cNvSpPr/>
            <p:nvPr/>
          </p:nvSpPr>
          <p:spPr>
            <a:xfrm>
              <a:off x="2372623" y="3840481"/>
              <a:ext cx="290945" cy="29094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Arial Black" panose="020B0A04020102020204" pitchFamily="34" charset="0"/>
              </a:endParaRPr>
            </a:p>
          </p:txBody>
        </p:sp>
        <p:sp>
          <p:nvSpPr>
            <p:cNvPr id="40" name="橢圓 39"/>
            <p:cNvSpPr/>
            <p:nvPr/>
          </p:nvSpPr>
          <p:spPr>
            <a:xfrm>
              <a:off x="1557975" y="3466408"/>
              <a:ext cx="290945" cy="29094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>
                  <a:ln w="28575">
                    <a:solidFill>
                      <a:srgbClr val="FFFF00"/>
                    </a:solidFill>
                  </a:ln>
                  <a:latin typeface="Arial Black" panose="020B0A04020102020204" pitchFamily="34" charset="0"/>
                </a:rPr>
                <a:t>←</a:t>
              </a:r>
            </a:p>
          </p:txBody>
        </p:sp>
        <p:sp>
          <p:nvSpPr>
            <p:cNvPr id="41" name="橢圓 40"/>
            <p:cNvSpPr/>
            <p:nvPr/>
          </p:nvSpPr>
          <p:spPr>
            <a:xfrm>
              <a:off x="1965299" y="3466408"/>
              <a:ext cx="290945" cy="29094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>
                  <a:latin typeface="Arial Black" panose="020B0A04020102020204" pitchFamily="34" charset="0"/>
                </a:rPr>
                <a:t>S</a:t>
              </a:r>
              <a:endParaRPr lang="zh-TW" altLang="en-US" dirty="0">
                <a:latin typeface="Arial Black" panose="020B0A04020102020204" pitchFamily="34" charset="0"/>
              </a:endParaRPr>
            </a:p>
          </p:txBody>
        </p:sp>
        <p:sp>
          <p:nvSpPr>
            <p:cNvPr id="42" name="橢圓 41"/>
            <p:cNvSpPr/>
            <p:nvPr/>
          </p:nvSpPr>
          <p:spPr>
            <a:xfrm>
              <a:off x="2372623" y="3466408"/>
              <a:ext cx="290945" cy="29094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>
                  <a:ln w="28575">
                    <a:solidFill>
                      <a:srgbClr val="FFFF00"/>
                    </a:solidFill>
                  </a:ln>
                  <a:latin typeface="Arial Black" panose="020B0A04020102020204" pitchFamily="34" charset="0"/>
                </a:rPr>
                <a:t>→</a:t>
              </a:r>
            </a:p>
          </p:txBody>
        </p:sp>
        <p:sp>
          <p:nvSpPr>
            <p:cNvPr id="43" name="橢圓 42"/>
            <p:cNvSpPr/>
            <p:nvPr/>
          </p:nvSpPr>
          <p:spPr>
            <a:xfrm>
              <a:off x="1557975" y="3092335"/>
              <a:ext cx="290945" cy="29094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Arial Black" panose="020B0A04020102020204" pitchFamily="34" charset="0"/>
              </a:endParaRPr>
            </a:p>
          </p:txBody>
        </p:sp>
        <p:sp>
          <p:nvSpPr>
            <p:cNvPr id="44" name="橢圓 43"/>
            <p:cNvSpPr/>
            <p:nvPr/>
          </p:nvSpPr>
          <p:spPr>
            <a:xfrm>
              <a:off x="1965299" y="3092335"/>
              <a:ext cx="290945" cy="29094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Arial Black" panose="020B0A04020102020204" pitchFamily="34" charset="0"/>
              </a:endParaRPr>
            </a:p>
          </p:txBody>
        </p:sp>
        <p:sp>
          <p:nvSpPr>
            <p:cNvPr id="45" name="橢圓 44"/>
            <p:cNvSpPr/>
            <p:nvPr/>
          </p:nvSpPr>
          <p:spPr>
            <a:xfrm>
              <a:off x="2372623" y="3092335"/>
              <a:ext cx="290945" cy="29094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Arial Black" panose="020B0A04020102020204" pitchFamily="34" charset="0"/>
              </a:endParaRPr>
            </a:p>
          </p:txBody>
        </p:sp>
      </p:grpSp>
      <p:pic>
        <p:nvPicPr>
          <p:cNvPr id="17" name="圖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282" y="4611372"/>
            <a:ext cx="6534150" cy="1057275"/>
          </a:xfrm>
          <a:prstGeom prst="rect">
            <a:avLst/>
          </a:prstGeom>
        </p:spPr>
      </p:pic>
      <p:pic>
        <p:nvPicPr>
          <p:cNvPr id="18" name="圖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3193" y="4673284"/>
            <a:ext cx="828675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752259"/>
      </p:ext>
    </p:extLst>
  </p:cSld>
  <p:clrMapOvr>
    <a:masterClrMapping/>
  </p:clrMapOvr>
</p:sld>
</file>

<file path=ppt/theme/theme1.xml><?xml version="1.0" encoding="utf-8"?>
<a:theme xmlns:a="http://schemas.openxmlformats.org/drawingml/2006/main" name="基礎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基礎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基礎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基礎</Template>
  <TotalTime>1637</TotalTime>
  <Words>150</Words>
  <Application>Microsoft Office PowerPoint</Application>
  <PresentationFormat>寬螢幕</PresentationFormat>
  <Paragraphs>18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3" baseType="lpstr">
      <vt:lpstr>微軟正黑體</vt:lpstr>
      <vt:lpstr>新細明體</vt:lpstr>
      <vt:lpstr>標楷體</vt:lpstr>
      <vt:lpstr>Arial</vt:lpstr>
      <vt:lpstr>Arial Black</vt:lpstr>
      <vt:lpstr>Calibri</vt:lpstr>
      <vt:lpstr>Corbel</vt:lpstr>
      <vt:lpstr>Times New Roman</vt:lpstr>
      <vt:lpstr>Wingdings</vt:lpstr>
      <vt:lpstr>基礎</vt:lpstr>
      <vt:lpstr>Lab 10</vt:lpstr>
      <vt:lpstr>Lab10-1 小綠人I</vt:lpstr>
      <vt:lpstr>Lab10-2 小綠人II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3</dc:title>
  <dc:creator>chiu kai</dc:creator>
  <cp:lastModifiedBy>陳德生</cp:lastModifiedBy>
  <cp:revision>126</cp:revision>
  <dcterms:created xsi:type="dcterms:W3CDTF">2020-09-21T08:00:06Z</dcterms:created>
  <dcterms:modified xsi:type="dcterms:W3CDTF">2024-12-05T02:45:50Z</dcterms:modified>
</cp:coreProperties>
</file>