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79" r:id="rId1"/>
  </p:sldMasterIdLst>
  <p:notesMasterIdLst>
    <p:notesMasterId r:id="rId5"/>
  </p:notesMasterIdLst>
  <p:sldIdLst>
    <p:sldId id="256" r:id="rId2"/>
    <p:sldId id="276" r:id="rId3"/>
    <p:sldId id="281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20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5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614AF-D275-404C-988F-DC0B01B8F4CE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C870D-7806-4C6B-8462-9EDF3980F3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961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67B0EE9-80CD-4BB9-A424-8318BC370257}" type="datetime1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182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AB1D3-6AE2-44F2-8BAE-160D481AFD14}" type="datetime1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7659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3F689-DB37-4D4F-9B13-A60F4669EE22}" type="datetime1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403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D1EF-A1E0-4FF6-837E-5CE5745E42D3}" type="datetime1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2181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0388-A7FB-4CF7-8446-658EB3BFDDB8}" type="datetime1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4236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54EFC-225F-43CA-A37A-2BAA250B740B}" type="datetime1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5863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9C889-1FFF-46AE-AE93-225D61DE8605}" type="datetime1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5778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F7AF9-5FBF-4D92-8954-A16A12934791}" type="datetime1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521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31A3-9189-4A3D-B792-5A1DF10EE978}" type="datetime1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0986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1F9E3-563C-4A3E-9B34-E7C0BB970754}" type="datetime1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5988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5B05-7743-48B1-8B7A-BA1B2EA00562}" type="datetime1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0563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C76C5FD1-8BC0-4B69-B12F-543FE19001A7}" type="datetime1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4059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Arial Black" panose="020B0A04020102020204" pitchFamily="34" charset="0"/>
              </a:rPr>
              <a:t>Lab</a:t>
            </a:r>
            <a:r>
              <a:rPr lang="zh-TW" altLang="en-US" dirty="0">
                <a:latin typeface="Arial Black" panose="020B0A04020102020204" pitchFamily="34" charset="0"/>
              </a:rPr>
              <a:t> </a:t>
            </a:r>
            <a:r>
              <a:rPr lang="en-US" altLang="zh-TW" dirty="0" smtClean="0">
                <a:latin typeface="Arial Black" panose="020B0A04020102020204" pitchFamily="34" charset="0"/>
              </a:rPr>
              <a:t>12</a:t>
            </a:r>
            <a:endParaRPr lang="zh-TW" altLang="en-US" dirty="0">
              <a:latin typeface="Arial Black" panose="020B0A04020102020204" pitchFamily="34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UART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6302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66798" y="609600"/>
            <a:ext cx="9875520" cy="1356360"/>
          </a:xfrm>
        </p:spPr>
        <p:txBody>
          <a:bodyPr/>
          <a:lstStyle/>
          <a:p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Lab12-1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猜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數字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－</a:t>
            </a:r>
            <a:r>
              <a:rPr lang="en-US" altLang="zh-TW" dirty="0" smtClean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1A2B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70D4BA2-04A6-4EDC-92BC-9F2DE83D2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8E1536E-BDDD-48C7-9981-6CF91D3FBE84}"/>
              </a:ext>
            </a:extLst>
          </p:cNvPr>
          <p:cNvSpPr txBox="1"/>
          <p:nvPr/>
        </p:nvSpPr>
        <p:spPr>
          <a:xfrm>
            <a:off x="1001484" y="1694862"/>
            <a:ext cx="9857016" cy="3477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請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找另一組夥伴一起完成這個實驗。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線將兩塊板子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接通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先隨機產生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個不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重複的數字顯示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在各自的七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段顯示器上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，做為彼此要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猜的數字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再利用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KeyPad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輸入四個猜測數字，透過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UART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，將猜測數字顯示在對方的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LCD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上，並告知幾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幾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。   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注意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KeyPad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輸入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個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數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字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後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，會自動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傳給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對方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例如：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猜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1234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，則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顯示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1234  ?A?B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TW" altLang="en-US" sz="20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0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若猜測次數大於四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LCD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上的資訊以往上捲的方式呈現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也就是最新的猜測結果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顯示在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 4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19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66798" y="609600"/>
            <a:ext cx="9875520" cy="1356360"/>
          </a:xfrm>
        </p:spPr>
        <p:txBody>
          <a:bodyPr/>
          <a:lstStyle/>
          <a:p>
            <a:r>
              <a:rPr lang="en-US" altLang="zh-TW" smtClean="0">
                <a:latin typeface="Arial" panose="020B0604020202020204" pitchFamily="34" charset="0"/>
                <a:cs typeface="Arial" panose="020B0604020202020204" pitchFamily="34" charset="0"/>
              </a:rPr>
              <a:t>Lab12-1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猜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數字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－</a:t>
            </a:r>
            <a:r>
              <a:rPr lang="en-US" altLang="zh-TW" dirty="0" smtClean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1A2B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70D4BA2-04A6-4EDC-92BC-9F2DE83D2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2</a:t>
            </a:fld>
            <a:endParaRPr lang="zh-TW" altLang="en-US"/>
          </a:p>
        </p:txBody>
      </p:sp>
      <p:pic>
        <p:nvPicPr>
          <p:cNvPr id="5" name="31950.t">
            <a:hlinkClick r:id="" action="ppaction://media"/>
            <a:extLst>
              <a:ext uri="{FF2B5EF4-FFF2-40B4-BE49-F238E27FC236}">
                <a16:creationId xmlns:a16="http://schemas.microsoft.com/office/drawing/2014/main" id="{C18D15A8-E02A-41DB-BD28-9381518B13D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19630" b="7384"/>
          <a:stretch/>
        </p:blipFill>
        <p:spPr>
          <a:xfrm rot="16200000">
            <a:off x="4144801" y="15738"/>
            <a:ext cx="3719512" cy="761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19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30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 mute="1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基礎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基礎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基礎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基礎</Template>
  <TotalTime>1856</TotalTime>
  <Words>147</Words>
  <Application>Microsoft Office PowerPoint</Application>
  <PresentationFormat>寬螢幕</PresentationFormat>
  <Paragraphs>12</Paragraphs>
  <Slides>3</Slides>
  <Notes>0</Notes>
  <HiddenSlides>0</HiddenSlides>
  <MMClips>1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3" baseType="lpstr">
      <vt:lpstr>微軟正黑體</vt:lpstr>
      <vt:lpstr>新細明體</vt:lpstr>
      <vt:lpstr>標楷體</vt:lpstr>
      <vt:lpstr>Arial</vt:lpstr>
      <vt:lpstr>Arial Black</vt:lpstr>
      <vt:lpstr>Calibri</vt:lpstr>
      <vt:lpstr>Corbel</vt:lpstr>
      <vt:lpstr>Times New Roman</vt:lpstr>
      <vt:lpstr>Wingdings</vt:lpstr>
      <vt:lpstr>基礎</vt:lpstr>
      <vt:lpstr>Lab 12</vt:lpstr>
      <vt:lpstr>Lab12-1 猜數字－1A2B</vt:lpstr>
      <vt:lpstr>Lab12-1 猜數字－1A2B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3</dc:title>
  <dc:creator>chiu kai</dc:creator>
  <cp:lastModifiedBy>陳德生</cp:lastModifiedBy>
  <cp:revision>173</cp:revision>
  <dcterms:created xsi:type="dcterms:W3CDTF">2020-09-21T08:00:06Z</dcterms:created>
  <dcterms:modified xsi:type="dcterms:W3CDTF">2025-12-24T01:47:43Z</dcterms:modified>
</cp:coreProperties>
</file>