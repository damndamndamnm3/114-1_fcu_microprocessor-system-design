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79" r:id="rId1"/>
  </p:sldMasterIdLst>
  <p:notesMasterIdLst>
    <p:notesMasterId r:id="rId6"/>
  </p:notesMasterIdLst>
  <p:sldIdLst>
    <p:sldId id="256" r:id="rId2"/>
    <p:sldId id="276" r:id="rId3"/>
    <p:sldId id="278" r:id="rId4"/>
    <p:sldId id="27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0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5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614AF-D275-404C-988F-DC0B01B8F4CE}" type="datetimeFigureOut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870D-7806-4C6B-8462-9EDF3980F3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61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7B0EE9-80CD-4BB9-A424-8318BC370257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9182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AB1D3-6AE2-44F2-8BAE-160D481AFD14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659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3F689-DB37-4D4F-9B13-A60F4669EE22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403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DD1EF-A1E0-4FF6-837E-5CE5745E42D3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18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0388-A7FB-4CF7-8446-658EB3BFDDB8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2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54EFC-225F-43CA-A37A-2BAA250B740B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86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9C889-1FFF-46AE-AE93-225D61DE8605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577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F7AF9-5FBF-4D92-8954-A16A12934791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2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31A3-9189-4A3D-B792-5A1DF10EE978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98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1F9E3-563C-4A3E-9B34-E7C0BB970754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98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5B05-7743-48B1-8B7A-BA1B2EA00562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56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C76C5FD1-8BC0-4B69-B12F-543FE19001A7}" type="datetime1">
              <a:rPr lang="zh-TW" altLang="en-US" smtClean="0"/>
              <a:t>2025/12/16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474417B-0C2B-4777-BC61-89E2E4585F3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05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Arial Black" panose="020B0A04020102020204" pitchFamily="34" charset="0"/>
              </a:rPr>
              <a:t>Lab</a:t>
            </a:r>
            <a:r>
              <a:rPr lang="zh-TW" altLang="en-US" dirty="0">
                <a:latin typeface="Arial Black" panose="020B0A04020102020204" pitchFamily="34" charset="0"/>
              </a:rPr>
              <a:t> </a:t>
            </a:r>
            <a:r>
              <a:rPr lang="en-US" altLang="zh-TW" dirty="0" smtClean="0">
                <a:latin typeface="Arial Black" panose="020B0A04020102020204" pitchFamily="34" charset="0"/>
              </a:rPr>
              <a:t>11</a:t>
            </a:r>
            <a:endParaRPr lang="zh-TW" altLang="en-US" dirty="0">
              <a:latin typeface="Arial Black" panose="020B0A040201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RTC </a:t>
            </a:r>
            <a:r>
              <a:rPr lang="en-US" altLang="zh-TW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&amp;</a:t>
            </a:r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PWM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302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Lab11-1</a:t>
            </a:r>
            <a:r>
              <a:rPr lang="zh-TW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快轉</a:t>
            </a:r>
            <a:r>
              <a:rPr lang="zh-TW" altLang="en-US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時鐘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1536E-BDDD-48C7-9981-6CF91D3FBE84}"/>
              </a:ext>
            </a:extLst>
          </p:cNvPr>
          <p:cNvSpPr txBox="1"/>
          <p:nvPr/>
        </p:nvSpPr>
        <p:spPr>
          <a:xfrm>
            <a:off x="706209" y="1532937"/>
            <a:ext cx="10599966" cy="47859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參考範例程式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RTC_LCD_Clock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實驗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時間顯示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秒針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每秒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移動一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格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TW" altLang="en-US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分針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長度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比秒針短，每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移動一大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格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(e.g.,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從數字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1→2)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秒針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轉一圈的數字變化為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00~59;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分針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轉一圈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數字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變化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為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 ~11.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右半邊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呈現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秒針與分針的時鐘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移動，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如下列影片所示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lvl="1"/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左半邊顯示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目前 </a:t>
            </a:r>
            <a:r>
              <a:rPr lang="zh-TW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 </a:t>
            </a:r>
            <a:r>
              <a:rPr lang="en-US" altLang="zh-TW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TW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秒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的數字資訊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01:15)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設定</a:t>
            </a:r>
            <a:r>
              <a:rPr lang="zh-TW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時間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000" dirty="0"/>
              <a:t>用 </a:t>
            </a:r>
            <a:r>
              <a:rPr lang="en-US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INT_1</a:t>
            </a:r>
            <a:r>
              <a:rPr lang="en-US" altLang="zh-TW" sz="2000" dirty="0"/>
              <a:t> </a:t>
            </a:r>
            <a:r>
              <a:rPr lang="zh-TW" altLang="en-US" sz="2000" dirty="0" smtClean="0"/>
              <a:t>切換 運行</a:t>
            </a:r>
            <a:r>
              <a:rPr lang="zh-TW" altLang="en-US" sz="2000" dirty="0"/>
              <a:t>／</a:t>
            </a:r>
            <a:r>
              <a:rPr lang="zh-TW" altLang="en-US" sz="2000" dirty="0" smtClean="0"/>
              <a:t>設定 模式。 </a:t>
            </a:r>
            <a:r>
              <a:rPr lang="en-US" altLang="zh-TW" sz="2000" dirty="0" smtClean="0"/>
              <a:t>(</a:t>
            </a:r>
            <a:r>
              <a:rPr lang="en-US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PC12</a:t>
            </a:r>
            <a:r>
              <a:rPr lang="zh-TW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亮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表示進入 </a:t>
            </a:r>
            <a:r>
              <a:rPr lang="zh-TW" altLang="en-US" sz="2000" dirty="0" smtClean="0"/>
              <a:t>設定模式</a:t>
            </a:r>
            <a:r>
              <a:rPr lang="en-US" altLang="zh-TW" sz="2000" dirty="0" smtClean="0"/>
              <a:t>)</a:t>
            </a:r>
            <a:endParaRPr lang="en-US" altLang="zh-TW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TW" altLang="en-US" sz="2000" dirty="0" smtClean="0"/>
              <a:t>按鍵只在設定模式下才有作用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800100" lvl="1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在設定模式下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時鐘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暫停移動</a:t>
            </a:r>
            <a:r>
              <a:rPr lang="zh-TW" altLang="en-US" sz="2000" dirty="0" smtClean="0"/>
              <a:t>。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M/S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調整分鐘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與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秒數，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增減按鍵如右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若超過範圍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/65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則設定成範圍內的同餘數值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( 09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/05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秒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spcBef>
                <a:spcPts val="600"/>
              </a:spcBef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設定過程中的時間變化，同步顯示在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左右兩邊</a:t>
            </a:r>
            <a:r>
              <a:rPr lang="zh-TW" altLang="en-US" sz="2000" dirty="0"/>
              <a:t>。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65DBADA-4346-42CF-816A-3A5680ED8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418652"/>
              </p:ext>
            </p:extLst>
          </p:nvPr>
        </p:nvGraphicFramePr>
        <p:xfrm>
          <a:off x="9707878" y="3738507"/>
          <a:ext cx="2011680" cy="2018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60">
                  <a:extLst>
                    <a:ext uri="{9D8B030D-6E8A-4147-A177-3AD203B41FA5}">
                      <a16:colId xmlns:a16="http://schemas.microsoft.com/office/drawing/2014/main" val="1463861997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1164229582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424906452"/>
                    </a:ext>
                  </a:extLst>
                </a:gridCol>
              </a:tblGrid>
              <a:tr h="6727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chemeClr val="bg1"/>
                          </a:solidFill>
                          <a:latin typeface="Droid Sans Mono" panose="020B0609030804020204" pitchFamily="49" charset="0"/>
                          <a:ea typeface="微軟正黑體" panose="020B0604030504040204" pitchFamily="34" charset="-120"/>
                          <a:cs typeface="Droid Sans Mono" panose="020B0609030804020204" pitchFamily="49" charset="0"/>
                        </a:rPr>
                        <a:t>M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chemeClr val="bg1"/>
                          </a:solidFill>
                          <a:latin typeface="Droid Sans Mono" panose="020B0609030804020204" pitchFamily="49" charset="0"/>
                          <a:ea typeface="微軟正黑體" panose="020B0604030504040204" pitchFamily="34" charset="-120"/>
                          <a:cs typeface="Droid Sans Mono" panose="020B0609030804020204" pitchFamily="49" charset="0"/>
                        </a:rPr>
                        <a:t>S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872633"/>
                  </a:ext>
                </a:extLst>
              </a:tr>
              <a:tr h="6727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chemeClr val="bg1"/>
                          </a:solidFill>
                          <a:latin typeface="Droid Sans Mono" panose="020B0609030804020204" pitchFamily="49" charset="0"/>
                          <a:ea typeface="微軟正黑體" panose="020B0604030504040204" pitchFamily="34" charset="-120"/>
                          <a:cs typeface="Droid Sans Mono" panose="020B0609030804020204" pitchFamily="49" charset="0"/>
                        </a:rPr>
                        <a:t>+5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chemeClr val="bg1"/>
                          </a:solidFill>
                          <a:latin typeface="Droid Sans Mono" panose="020B0609030804020204" pitchFamily="49" charset="0"/>
                          <a:ea typeface="微軟正黑體" panose="020B0604030504040204" pitchFamily="34" charset="-120"/>
                          <a:cs typeface="Droid Sans Mono" panose="020B0609030804020204" pitchFamily="49" charset="0"/>
                        </a:rPr>
                        <a:t>+10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335038"/>
                  </a:ext>
                </a:extLst>
              </a:tr>
              <a:tr h="6727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chemeClr val="bg1"/>
                          </a:solidFill>
                          <a:latin typeface="Droid Sans Mono" panose="020B0609030804020204" pitchFamily="49" charset="0"/>
                          <a:ea typeface="微軟正黑體" panose="020B0604030504040204" pitchFamily="34" charset="-120"/>
                          <a:cs typeface="Droid Sans Mono" panose="020B0609030804020204" pitchFamily="49" charset="0"/>
                        </a:rPr>
                        <a:t>-5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solidFill>
                            <a:schemeClr val="bg1"/>
                          </a:solidFill>
                          <a:latin typeface="Droid Sans Mono" panose="020B0609030804020204" pitchFamily="49" charset="0"/>
                          <a:ea typeface="微軟正黑體" panose="020B0604030504040204" pitchFamily="34" charset="-120"/>
                          <a:cs typeface="Droid Sans Mono" panose="020B0609030804020204" pitchFamily="49" charset="0"/>
                        </a:rPr>
                        <a:t>-10</a:t>
                      </a:r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solidFill>
                          <a:schemeClr val="bg1"/>
                        </a:solidFill>
                        <a:latin typeface="Droid Sans Mono" panose="020B0609030804020204" pitchFamily="49" charset="0"/>
                        <a:ea typeface="微軟正黑體" panose="020B0604030504040204" pitchFamily="34" charset="-120"/>
                        <a:cs typeface="Droid Sans Mono" panose="020B0609030804020204" pitchFamily="49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41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19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5BC07-121D-4B8C-A734-EDD92DDC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Lab11-1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影片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2049630-1E57-49A0-AF05-43C7E8FA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7" name="29540.t">
            <a:hlinkClick r:id="" action="ppaction://media"/>
            <a:extLst>
              <a:ext uri="{FF2B5EF4-FFF2-40B4-BE49-F238E27FC236}">
                <a16:creationId xmlns:a16="http://schemas.microsoft.com/office/drawing/2014/main" id="{A147BEB4-F078-4886-ABBD-BDD0CFFE5E81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1109"/>
                </p14:media>
              </p:ext>
            </p:extLst>
          </p:nvPr>
        </p:nvPicPr>
        <p:blipFill rotWithShape="1">
          <a:blip r:embed="rId4"/>
          <a:srcRect l="10940"/>
          <a:stretch/>
        </p:blipFill>
        <p:spPr>
          <a:xfrm flipH="1" flipV="1">
            <a:off x="2707313" y="1847675"/>
            <a:ext cx="6394741" cy="4038600"/>
          </a:xfrm>
        </p:spPr>
      </p:pic>
    </p:spTree>
    <p:extLst>
      <p:ext uri="{BB962C8B-B14F-4D97-AF65-F5344CB8AC3E}">
        <p14:creationId xmlns:p14="http://schemas.microsoft.com/office/powerpoint/2010/main" val="95376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24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798" y="609600"/>
            <a:ext cx="9875520" cy="1356360"/>
          </a:xfrm>
        </p:spPr>
        <p:txBody>
          <a:bodyPr/>
          <a:lstStyle/>
          <a:p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</a:rPr>
              <a:t>Lab11-2</a:t>
            </a:r>
            <a:r>
              <a:rPr lang="zh-TW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Arial" panose="020B0604020202020204" pitchFamily="34" charset="0"/>
              </a:rPr>
              <a:t>音樂播放器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70D4BA2-04A6-4EDC-92BC-9F2DE83D2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4417B-0C2B-4777-BC61-89E2E4585F3B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8E1536E-BDDD-48C7-9981-6CF91D3FBE84}"/>
              </a:ext>
            </a:extLst>
          </p:cNvPr>
          <p:cNvSpPr txBox="1"/>
          <p:nvPr/>
        </p:nvSpPr>
        <p:spPr>
          <a:xfrm>
            <a:off x="1001483" y="1694862"/>
            <a:ext cx="10657117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製作一個可播放二首曲子，且可調整音量的音樂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播放器。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按下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“5”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播放 </a:t>
            </a:r>
            <a:r>
              <a:rPr lang="en-US" altLang="zh-TW" sz="20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“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小星星</a:t>
            </a:r>
            <a:r>
              <a:rPr lang="en-US" altLang="zh-TW" sz="20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” 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請自行搜尋完整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簡譜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，並編成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music[]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pitch[]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程式碼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按下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“6”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播放 </a:t>
            </a:r>
            <a:r>
              <a:rPr lang="en-US" altLang="zh-TW" sz="20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“</a:t>
            </a:r>
            <a:r>
              <a:rPr lang="zh-TW" altLang="en-US" sz="2000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給愛麗絲</a:t>
            </a:r>
            <a:r>
              <a:rPr lang="en-US" altLang="zh-TW" sz="2000" dirty="0" smtClean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”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請參考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SampleCode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PWM_Music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裡的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music[]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與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pitch[]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程式碼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轉動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可變電阻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，可使音量變大或變小。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/>
          <p:cNvGrpSpPr/>
          <p:nvPr/>
        </p:nvGrpSpPr>
        <p:grpSpPr>
          <a:xfrm>
            <a:off x="3326463" y="4441372"/>
            <a:ext cx="1354394" cy="1174838"/>
            <a:chOff x="2069207" y="2812935"/>
            <a:chExt cx="1105593" cy="994409"/>
          </a:xfrm>
        </p:grpSpPr>
        <p:sp>
          <p:nvSpPr>
            <p:cNvPr id="7" name="橢圓 6"/>
            <p:cNvSpPr/>
            <p:nvPr/>
          </p:nvSpPr>
          <p:spPr>
            <a:xfrm>
              <a:off x="2069207" y="28129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8" name="橢圓 7"/>
            <p:cNvSpPr/>
            <p:nvPr/>
          </p:nvSpPr>
          <p:spPr>
            <a:xfrm>
              <a:off x="2476531" y="28129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9" name="橢圓 8"/>
            <p:cNvSpPr/>
            <p:nvPr/>
          </p:nvSpPr>
          <p:spPr>
            <a:xfrm>
              <a:off x="2883855" y="2812935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橢圓 9"/>
            <p:cNvSpPr/>
            <p:nvPr/>
          </p:nvSpPr>
          <p:spPr>
            <a:xfrm>
              <a:off x="2069207" y="3170382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11" name="橢圓 10"/>
            <p:cNvSpPr/>
            <p:nvPr/>
          </p:nvSpPr>
          <p:spPr>
            <a:xfrm>
              <a:off x="2476531" y="3170382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Arial Black" panose="020B0A04020102020204" pitchFamily="34" charset="0"/>
                </a:rPr>
                <a:t>5</a:t>
              </a:r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橢圓 11"/>
            <p:cNvSpPr/>
            <p:nvPr/>
          </p:nvSpPr>
          <p:spPr>
            <a:xfrm>
              <a:off x="2883855" y="3170382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Arial Black" panose="020B0A04020102020204" pitchFamily="34" charset="0"/>
                </a:rPr>
                <a:t>6</a:t>
              </a:r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13" name="橢圓 12"/>
            <p:cNvSpPr/>
            <p:nvPr/>
          </p:nvSpPr>
          <p:spPr>
            <a:xfrm>
              <a:off x="2069207" y="3516399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2476531" y="3516399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2883855" y="3516399"/>
              <a:ext cx="290945" cy="29094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071705"/>
      </p:ext>
    </p:extLst>
  </p:cSld>
  <p:clrMapOvr>
    <a:masterClrMapping/>
  </p:clrMapOvr>
</p:sld>
</file>

<file path=ppt/theme/theme1.xml><?xml version="1.0" encoding="utf-8"?>
<a:theme xmlns:a="http://schemas.openxmlformats.org/drawingml/2006/main" name="基礎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基礎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基礎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基礎</Template>
  <TotalTime>1954</TotalTime>
  <Words>302</Words>
  <Application>Microsoft Office PowerPoint</Application>
  <PresentationFormat>寬螢幕</PresentationFormat>
  <Paragraphs>32</Paragraphs>
  <Slides>4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5" baseType="lpstr">
      <vt:lpstr>Droid Sans Mono</vt:lpstr>
      <vt:lpstr>微軟正黑體</vt:lpstr>
      <vt:lpstr>新細明體</vt:lpstr>
      <vt:lpstr>標楷體</vt:lpstr>
      <vt:lpstr>Arial</vt:lpstr>
      <vt:lpstr>Arial Black</vt:lpstr>
      <vt:lpstr>Calibri</vt:lpstr>
      <vt:lpstr>Corbel</vt:lpstr>
      <vt:lpstr>Times New Roman</vt:lpstr>
      <vt:lpstr>Wingdings</vt:lpstr>
      <vt:lpstr>基礎</vt:lpstr>
      <vt:lpstr>Lab 11</vt:lpstr>
      <vt:lpstr>Lab11-1 快轉時鐘</vt:lpstr>
      <vt:lpstr>Lab11-1 影片</vt:lpstr>
      <vt:lpstr>Lab11-2 音樂播放器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</dc:title>
  <dc:creator>chiu kai</dc:creator>
  <cp:lastModifiedBy>陳德生</cp:lastModifiedBy>
  <cp:revision>164</cp:revision>
  <dcterms:created xsi:type="dcterms:W3CDTF">2020-09-21T08:00:06Z</dcterms:created>
  <dcterms:modified xsi:type="dcterms:W3CDTF">2025-12-16T04:40:30Z</dcterms:modified>
</cp:coreProperties>
</file>